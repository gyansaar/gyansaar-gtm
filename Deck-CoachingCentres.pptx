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dev/gyansaar-gtm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85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Gyan</a:t>
            </a:r>
            <a:pPr indent="0" marL="0">
              <a:buNone/>
            </a:pPr>
            <a:r>
              <a:rPr lang="en-US" sz="3400" b="1" spc="-1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Saar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94560"/>
            <a:ext cx="110916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spc="-2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lecture,</a:t>
            </a:r>
            <a:endParaRPr lang="en-US" sz="6600" dirty="0"/>
          </a:p>
          <a:p>
            <a:pPr algn="l" indent="0" marL="0">
              <a:buNone/>
            </a:pPr>
            <a:r>
              <a:rPr lang="en-US" sz="6600" spc="-2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remembered.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i="1" spc="-1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student, caught up.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12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classroom instrument for private coaching institutes.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COACHING CENTRES · ENTRANCE EXAMS · DELHI NCR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5B1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11091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i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“By 2030, every entrance-exam student in India should have a searchable record of every lecture their trainer gave — and every good trainer should own a durable archive of their own work.”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212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Classrooms cannot be replaced. They can be extended — with the trainer’s consent, at the point of teaching, in a form students can return to.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5B1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spc="-1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tap. Everything else follows.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trainer teaches as always. One tap captures the class — out of it: a transcript, a first-draft assignment for the batch, marked student submissions, a weekly WhatsApp digest for parents, and a 24×7 doubt-clearing bot for students, grounded in what was actually taught.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947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spc="-2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66344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1663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taps record. Phone in pocket. Class continues, uninterrupted.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364992" y="37947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spc="-2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0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466344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364992" y="51663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uploads automatically over WiFi or mobile data.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81344" y="37947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spc="-2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000" dirty="0"/>
          </a:p>
        </p:txBody>
      </p:sp>
      <p:sp>
        <p:nvSpPr>
          <p:cNvPr id="12" name="Text 10"/>
          <p:cNvSpPr txBox="1"/>
          <p:nvPr/>
        </p:nvSpPr>
        <p:spPr>
          <a:xfrm>
            <a:off x="6181344" y="466344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51663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Transcript, lesson record and first-draft assignment appear in minutes.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997696" y="379476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spc="-200" kern="0" dirty="0">
                <a:solidFill>
                  <a:srgbClr val="A837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000" dirty="0"/>
          </a:p>
        </p:txBody>
      </p:sp>
      <p:sp>
        <p:nvSpPr>
          <p:cNvPr id="15" name="Text 13"/>
          <p:cNvSpPr txBox="1"/>
          <p:nvPr/>
        </p:nvSpPr>
        <p:spPr>
          <a:xfrm>
            <a:off x="8997696" y="4663440"/>
            <a:ext cx="2633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997696" y="5166360"/>
            <a:ext cx="2633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edits, approves, or discards. Approved material reaches students.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5B1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spc="-10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of you gets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OWNER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Trainer time back,</a:t>
            </a:r>
            <a:endParaRPr lang="en-US" sz="2200" dirty="0"/>
          </a:p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sharper marketing.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94360" y="3904488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794760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time reclaimed — the bot handles routine doubts 24×7 from what was taught in class.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4663440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4553712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 course marketing — recorded evidence of teaching to show a prospective learner.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5422392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5312664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classes stop hurting — students catch up before the next one.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315968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TRAINER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315968" y="24688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tap.</a:t>
            </a:r>
            <a:endParaRPr lang="en-US" sz="2200" dirty="0"/>
          </a:p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drafted.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361688" y="3904488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36008" y="3794760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summary of your class appears in your queue in minutes — no new workflow.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61688" y="4663440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6008" y="4553712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drafted for you, and student submissions come back marked, ready to review.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61688" y="5422392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5312664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the tape — approve, edit, or discard, with no institutional trace.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83296" y="2103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STUDENT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083296" y="246888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tutor that</a:t>
            </a:r>
            <a:endParaRPr lang="en-US" sz="2200" dirty="0"/>
          </a:p>
          <a:p>
            <a:pPr indent="0" marL="0">
              <a:buNone/>
            </a:pPr>
            <a:r>
              <a:rPr lang="en-US" sz="2200" b="1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knows your class.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129016" y="3904488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03336" y="3794760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24×7 doubt-clearing on WhatsApp, grounded in your own class — not a generic textbook.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9016" y="4663440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03336" y="4553712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WhatsApp digest of what was taught, for you and your parents.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29016" y="5422392"/>
            <a:ext cx="128016" cy="128016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03336" y="5312664"/>
            <a:ext cx="32004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is searchable — text you can return to any time.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06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B10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F4B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NOT 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spc="-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GyanSaar deliberately refuses.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4B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choices below are contracts, not preferences. Every one of them is enforced in the software.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8163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students without the trainer’s approval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53912" y="27432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565392" y="28163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discarded recordings to the institute owner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3832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34564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rank, or benchmark trainers against each other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153912" y="33832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565392" y="345643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classroom recordings to train AI models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0965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trainer, student, or institution data — to anyone, ever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53912" y="40233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4B8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565392" y="40965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classroom — the trainer remains the source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4B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F4B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06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5B1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CO-FOUNDERS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pc="-50" kern="0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building GyanSaar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851660" y="1691640"/>
            <a:ext cx="960120" cy="960120"/>
          </a:xfrm>
          <a:prstGeom prst="ellipse">
            <a:avLst/>
          </a:prstGeom>
          <a:solidFill>
            <a:srgbClr val="5B1080"/>
          </a:solidFill>
          <a:ln w="12700">
            <a:solidFill>
              <a:srgbClr val="5B10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51660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Ankit Ahuja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82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D82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Co-Founder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520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 </a:t>
            </a:r>
            <a:pPr algn="ctr" indent="0" marL="0">
              <a:buNone/>
            </a:pPr>
            <a:r>
              <a:rPr lang="en-US" sz="1100" dirty="0">
                <a:solidFill>
                  <a:srgbClr val="1F0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AI Engineering · Platform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410565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9776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18+ yrs in AI, Digital Transformation &amp; Program Mgmt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60857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4805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— Program Mgmt, Atos — €35M P&amp;L, 200+ team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511149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9834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M.S. Computer Science — IMT Atlantique, France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561441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486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PMP · Azure · AWS · GCP · CSM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18988" y="1691640"/>
            <a:ext cx="960120" cy="960120"/>
          </a:xfrm>
          <a:prstGeom prst="ellipse">
            <a:avLst/>
          </a:prstGeom>
          <a:solidFill>
            <a:srgbClr val="5B1080"/>
          </a:solidFill>
          <a:ln w="12700">
            <a:solidFill>
              <a:srgbClr val="5B10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18988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4315968" y="27889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Nitigya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315968" y="3182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D82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Co-Founder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407408" y="3520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 </a:t>
            </a:r>
            <a:pPr algn="ctr" indent="0" marL="0">
              <a:buNone/>
            </a:pPr>
            <a:r>
              <a:rPr lang="en-US" sz="1100" dirty="0">
                <a:solidFill>
                  <a:srgbClr val="1F0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· Marketing · Social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407408" y="410565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90288" y="39776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[Years of experience — to add]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07408" y="460857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90288" y="44805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[Previous role / company — to add]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407408" y="511149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9834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[Education — to add]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407408" y="561441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90288" y="5486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[Core skills or credentials — to add]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386316" y="1691640"/>
            <a:ext cx="960120" cy="960120"/>
          </a:xfrm>
          <a:prstGeom prst="ellipse">
            <a:avLst/>
          </a:prstGeom>
          <a:solidFill>
            <a:srgbClr val="5B1080"/>
          </a:solidFill>
          <a:ln w="12700">
            <a:solidFill>
              <a:srgbClr val="5B10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386316" y="16916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4400" dirty="0"/>
          </a:p>
        </p:txBody>
      </p:sp>
      <p:sp>
        <p:nvSpPr>
          <p:cNvPr id="32" name="Text 30"/>
          <p:cNvSpPr txBox="1"/>
          <p:nvPr/>
        </p:nvSpPr>
        <p:spPr>
          <a:xfrm>
            <a:off x="8083296" y="27889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0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Deepak Nagpal</a:t>
            </a:r>
            <a:endParaRPr lang="en-US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8083296" y="3182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D82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Co-Founder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174736" y="3520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3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Owns: </a:t>
            </a:r>
            <a:pPr algn="ctr" indent="0" marL="0">
              <a:buNone/>
            </a:pPr>
            <a:r>
              <a:rPr lang="en-US" sz="1100" dirty="0">
                <a:solidFill>
                  <a:srgbClr val="1F0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· Sales · Partnerships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174736" y="410565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57616" y="397764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yrs leading data and automation solutions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174736" y="460857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57616" y="44805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Ex-McKinsey · Ex-PwC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174736" y="511149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57616" y="49834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Professor of Analytics &amp; AI at a reputed MBA college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174736" y="5614416"/>
            <a:ext cx="91440" cy="91440"/>
          </a:xfrm>
          <a:prstGeom prst="ellipse">
            <a:avLst/>
          </a:prstGeom>
          <a:solidFill>
            <a:srgbClr val="A83787"/>
          </a:solidFill>
          <a:ln w="12700">
            <a:solidFill>
              <a:srgbClr val="A83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57616" y="5486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education-sector experience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6080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  </a:t>
            </a:r>
            <a:pPr algn="ctr" indent="0" marL="0">
              <a:buNone/>
            </a:pPr>
            <a:r>
              <a:rPr lang="en-US" sz="1200" b="1" dirty="0">
                <a:solidFill>
                  <a:srgbClr val="1F0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Deepak Nagpal   ·   +91 XXXXX XXXXX   ·   contact@gyansaar.com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GYANSAAR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8897112" y="6446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400" kern="0" dirty="0">
                <a:solidFill>
                  <a:srgbClr val="8D82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06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GyanSaar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GyanSaar — Coaching Centres</dc:title>
  <dc:subject>Investor and client pitch deck for private coaching institutes</dc:subject>
  <dc:creator>PptxGenJS</dc:creator>
  <cp:lastModifiedBy>PptxGenJS</cp:lastModifiedBy>
  <cp:revision>1</cp:revision>
  <dcterms:created xsi:type="dcterms:W3CDTF">2026-10-06T18:54:25Z</dcterms:created>
  <dcterms:modified xsi:type="dcterms:W3CDTF">2026-10-06T18:54:25Z</dcterms:modified>
</cp:coreProperties>
</file>